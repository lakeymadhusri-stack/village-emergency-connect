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relaxed-cascaron-f9697b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58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58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900000">
            <a:off x="182880" y="274320"/>
            <a:ext cx="1828800" cy="914400"/>
          </a:xfrm>
          <a:prstGeom prst="triangle">
            <a:avLst/>
          </a:prstGeom>
          <a:solidFill>
            <a:srgbClr val="50D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20520000">
            <a:off x="9875520" y="365760"/>
            <a:ext cx="2011680" cy="914400"/>
          </a:xfrm>
          <a:prstGeom prst="triangle">
            <a:avLst/>
          </a:prstGeom>
          <a:solidFill>
            <a:srgbClr val="50D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600000">
            <a:off x="8961120" y="5303520"/>
            <a:ext cx="2560320" cy="1005840"/>
          </a:xfrm>
          <a:prstGeom prst="triangle">
            <a:avLst/>
          </a:prstGeom>
          <a:solidFill>
            <a:srgbClr val="50D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20880000">
            <a:off x="365760" y="5303520"/>
            <a:ext cx="2377440" cy="914400"/>
          </a:xfrm>
          <a:prstGeom prst="triangle">
            <a:avLst/>
          </a:prstGeom>
          <a:solidFill>
            <a:srgbClr val="50D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1234440"/>
            <a:ext cx="10058400" cy="4389120"/>
          </a:xfrm>
          <a:prstGeom prst="roundRect">
            <a:avLst/>
          </a:prstGeom>
          <a:solidFill>
            <a:srgbClr val="5AAAD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RURAL HEALTH 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718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B4F5FF"/>
                </a:solidFill>
              </a:defRPr>
            </a:pPr>
            <a:r>
              <a:t>Better Healthcare for Every Village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840480"/>
            <a:ext cx="8138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5F8FF"/>
                </a:solidFill>
              </a:defRPr>
            </a:pPr>
            <a:r>
              <a:t>A simple digital platform bringing healthcare information,</a:t>
            </a:r>
            <a:br/>
            <a:r>
              <a:t>approach points and basic support together in one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0E8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0E8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35846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Problem →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0FF"/>
                </a:solidFill>
              </a:defRPr>
            </a:pPr>
            <a:r>
              <a:t>Why Rural Health Connect?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212080" cy="4297680"/>
          </a:xfrm>
          <a:prstGeom prst="roundRect">
            <a:avLst/>
          </a:prstGeom>
          <a:solidFill>
            <a:srgbClr val="1EAAA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• Healthcare information can be difficult to access in one place.</a:t>
            </a:r>
            <a:br/>
            <a:r>
              <a:t>• People may need simple appointment and support information.</a:t>
            </a:r>
            <a:br/>
            <a:r>
              <a:t>• Emergency contacts and health-camp details should be easy to find.</a:t>
            </a:r>
            <a:br/>
            <a:r>
              <a:t>• A beginner-friendly digital solution can organize these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212080" cy="4297680"/>
          </a:xfrm>
          <a:prstGeom prst="roundRect">
            <a:avLst/>
          </a:prstGeom>
          <a:solidFill>
            <a:srgbClr val="28BED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OUR OBJECTIVE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• Provide a simple rural healthcare information platform.</a:t>
            </a:r>
            <a:br/>
            <a:r>
              <a:t>• Bring doctors, appointments and reminders together.</a:t>
            </a:r>
            <a:br/>
            <a:r>
              <a:t>• Display health camps and facility information.</a:t>
            </a:r>
            <a:br/>
            <a:r>
              <a:t>• Give quick access to important emergency numbers.</a:t>
            </a:r>
          </a:p>
        </p:txBody>
      </p:sp>
      <p:sp>
        <p:nvSpPr>
          <p:cNvPr id="10" name="Diamond 9"/>
          <p:cNvSpPr/>
          <p:nvPr/>
        </p:nvSpPr>
        <p:spPr>
          <a:xfrm>
            <a:off x="5684367" y="2948940"/>
            <a:ext cx="822960" cy="822960"/>
          </a:xfrm>
          <a:prstGeom prst="diamond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2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B7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B7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64109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0FF"/>
                </a:solidFill>
              </a:defRPr>
            </a:pPr>
            <a:r>
              <a:t>Six services connected through one simple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👨‍⚕️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Doctor Consultation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📅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Appointment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0020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💊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Medicine Reminder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❤️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Health Camps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84048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🏥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Hospital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840480"/>
            <a:ext cx="2971800" cy="1508760"/>
          </a:xfrm>
          <a:prstGeom prst="roundRect">
            <a:avLst/>
          </a:prstGeom>
          <a:solidFill>
            <a:srgbClr val="AA46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/>
            </a:pPr>
            <a:r>
              <a:t>🚑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Emergency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1B9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1B9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21755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System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0FF"/>
                </a:solidFill>
              </a:defRPr>
            </a:pPr>
            <a:r>
              <a:t>How a user moves through the website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691640" cy="960120"/>
          </a:xfrm>
          <a:prstGeom prst="roundRect">
            <a:avLst/>
          </a:prstGeom>
          <a:solidFill>
            <a:srgbClr val="2391C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331720"/>
            <a:ext cx="1691640" cy="960120"/>
          </a:xfrm>
          <a:prstGeom prst="roundRect">
            <a:avLst/>
          </a:prstGeom>
          <a:solidFill>
            <a:srgbClr val="2391C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331720"/>
            <a:ext cx="1691640" cy="960120"/>
          </a:xfrm>
          <a:prstGeom prst="roundRect">
            <a:avLst/>
          </a:prstGeom>
          <a:solidFill>
            <a:srgbClr val="2391C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CHOOSE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331720"/>
            <a:ext cx="1691640" cy="960120"/>
          </a:xfrm>
          <a:prstGeom prst="roundRect">
            <a:avLst/>
          </a:prstGeom>
          <a:solidFill>
            <a:srgbClr val="2391C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SUBMIT /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331720"/>
            <a:ext cx="1691640" cy="960120"/>
          </a:xfrm>
          <a:prstGeom prst="roundRect">
            <a:avLst/>
          </a:prstGeom>
          <a:solidFill>
            <a:srgbClr val="2391CD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GET SUPPORT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816352"/>
            <a:ext cx="38404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97680" y="2816352"/>
            <a:ext cx="38404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816352"/>
            <a:ext cx="38404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2816352"/>
            <a:ext cx="38404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069080"/>
            <a:ext cx="2834640" cy="1325880"/>
          </a:xfrm>
          <a:prstGeom prst="roundRect">
            <a:avLst/>
          </a:prstGeom>
          <a:solidFill>
            <a:srgbClr val="32A0D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APPOINTMENT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Name → Mobile → Doctor → Date → 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069080"/>
            <a:ext cx="2834640" cy="1325880"/>
          </a:xfrm>
          <a:prstGeom prst="roundRect">
            <a:avLst/>
          </a:prstGeom>
          <a:solidFill>
            <a:srgbClr val="3CB9B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MEDICINE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Medicine name → Time → Add reminder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069080"/>
            <a:ext cx="2834640" cy="1325880"/>
          </a:xfrm>
          <a:prstGeom prst="roundRect">
            <a:avLst/>
          </a:prstGeom>
          <a:solidFill>
            <a:srgbClr val="DC506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EMERGENCY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Ambulance 108 • Police 112 • Fire 101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32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E6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E6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51732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  Technology, Impact &amp;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F0FF"/>
                </a:solidFill>
              </a:defRPr>
            </a:pPr>
            <a:r>
              <a:t>Student-level implementation with a clear path for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383280" cy="4343400"/>
          </a:xfrm>
          <a:prstGeom prst="roundRect">
            <a:avLst/>
          </a:prstGeom>
          <a:solidFill>
            <a:srgbClr val="D25F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TECHNOLOGY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HTML</a:t>
            </a:r>
            <a:br/>
            <a:r>
              <a:t>Website structure</a:t>
            </a:r>
            <a:br/>
            <a:br/>
            <a:r>
              <a:t>CSS</a:t>
            </a:r>
            <a:br/>
            <a:r>
              <a:t>Colourful responsive design</a:t>
            </a:r>
            <a:br/>
            <a:br/>
            <a:r>
              <a:t>JavaScript</a:t>
            </a:r>
            <a:br/>
            <a:r>
              <a:t>Forms, reminders &amp; 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383280" cy="4343400"/>
          </a:xfrm>
          <a:prstGeom prst="roundRect">
            <a:avLst/>
          </a:prstGeom>
          <a:solidFill>
            <a:srgbClr val="E17D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CURRENT OUTPUT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3 sample doctors</a:t>
            </a:r>
            <a:br/>
            <a:r>
              <a:t>Appointment request form</a:t>
            </a:r>
            <a:br/>
            <a:r>
              <a:t>Medicine reminder</a:t>
            </a:r>
            <a:br/>
            <a:r>
              <a:t>3 health-camp entries</a:t>
            </a:r>
            <a:br/>
            <a:r>
              <a:t>Emergency contacts</a:t>
            </a:r>
            <a:br/>
            <a:r>
              <a:t>Simple contact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508760"/>
            <a:ext cx="3840480" cy="4343400"/>
          </a:xfrm>
          <a:prstGeom prst="roundRect">
            <a:avLst/>
          </a:prstGeom>
          <a:solidFill>
            <a:srgbClr val="DC416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300">
                <a:solidFill>
                  <a:srgbClr val="F5F8FF"/>
                </a:solidFill>
              </a:defRPr>
            </a:pPr>
            <a:r>
              <a:t>📍 Location-based health centres</a:t>
            </a:r>
            <a:br/>
            <a:r>
              <a:t>🩺 Online doctor consultation</a:t>
            </a:r>
            <a:br/>
            <a:r>
              <a:t>🌐 Multilingual support</a:t>
            </a:r>
            <a:br/>
            <a:r>
              <a:t>📱 Mobile application</a:t>
            </a:r>
            <a:br/>
            <a:r>
              <a:t>🔔 Health notifications</a:t>
            </a:r>
            <a:br/>
            <a:r>
              <a:t>🏥 Real-time facility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989320"/>
            <a:ext cx="6309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82D23"/>
                </a:solidFill>
              </a:defRPr>
            </a:pPr>
            <a:r>
              <a:t>“Better access starts with simple, useful technology.”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57ED-DC04-A24C-D57E-4B10AA08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9CBEE-451E-A7BF-0250-6FD0113B96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32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B2C0ECDD-2F19-8087-E37E-72F9E47FCA3E}"/>
              </a:ext>
            </a:extLst>
          </p:cNvPr>
          <p:cNvSpPr/>
          <p:nvPr/>
        </p:nvSpPr>
        <p:spPr>
          <a:xfrm>
            <a:off x="8778240" y="-548640"/>
            <a:ext cx="4114800" cy="2926080"/>
          </a:xfrm>
          <a:prstGeom prst="parallelogram">
            <a:avLst/>
          </a:prstGeom>
          <a:solidFill>
            <a:srgbClr val="E6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BD3A86A-683F-757D-6DF6-E8F9D2A889E7}"/>
              </a:ext>
            </a:extLst>
          </p:cNvPr>
          <p:cNvSpPr/>
          <p:nvPr/>
        </p:nvSpPr>
        <p:spPr>
          <a:xfrm>
            <a:off x="-914400" y="4937760"/>
            <a:ext cx="4389120" cy="2286000"/>
          </a:xfrm>
          <a:prstGeom prst="parallelogram">
            <a:avLst/>
          </a:prstGeom>
          <a:solidFill>
            <a:srgbClr val="E67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E641201D-DEF2-B56F-90AD-D22B5C1F1663}"/>
              </a:ext>
            </a:extLst>
          </p:cNvPr>
          <p:cNvSpPr/>
          <p:nvPr/>
        </p:nvSpPr>
        <p:spPr>
          <a:xfrm>
            <a:off x="9784080" y="4846320"/>
            <a:ext cx="3200400" cy="22860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2727BA-2875-098A-34C5-8D48B68D5869}"/>
              </a:ext>
            </a:extLst>
          </p:cNvPr>
          <p:cNvSpPr/>
          <p:nvPr/>
        </p:nvSpPr>
        <p:spPr>
          <a:xfrm>
            <a:off x="2926080" y="5989320"/>
            <a:ext cx="6309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82D23"/>
                </a:solidFill>
              </a:defRPr>
            </a:pPr>
            <a:r>
              <a:rPr lang="en-US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https://relaxed-cascaron-f9697b.netlify.app/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EA350-F57B-2072-B58A-56BDB5933DB6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6F0FF"/>
                </a:solidFill>
              </a:defRPr>
            </a:pPr>
            <a:r>
              <a:t>5/5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400FF-A3E6-A19C-1DBB-94C42282038E}"/>
              </a:ext>
            </a:extLst>
          </p:cNvPr>
          <p:cNvSpPr txBox="1"/>
          <p:nvPr/>
        </p:nvSpPr>
        <p:spPr>
          <a:xfrm>
            <a:off x="2706624" y="1810512"/>
            <a:ext cx="5605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masis MT Pro Black" panose="02040A04050005020304" pitchFamily="18" charset="0"/>
              </a:rPr>
              <a:t>THANK YOU</a:t>
            </a:r>
            <a:endParaRPr lang="en-IN" sz="6000" b="1" dirty="0">
              <a:solidFill>
                <a:schemeClr val="accent1">
                  <a:lumMod val="40000"/>
                  <a:lumOff val="60000"/>
                </a:schemeClr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16" name="Graphic 15" descr="Smiling face with solid fill with solid fill">
            <a:extLst>
              <a:ext uri="{FF2B5EF4-FFF2-40B4-BE49-F238E27FC236}">
                <a16:creationId xmlns:a16="http://schemas.microsoft.com/office/drawing/2014/main" id="{16D52A40-CA11-7268-67E1-3DBC67B7E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0255" y="28261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1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311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Amasis MT Pro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13</cp:revision>
  <dcterms:created xsi:type="dcterms:W3CDTF">2013-01-27T09:14:16Z</dcterms:created>
  <dcterms:modified xsi:type="dcterms:W3CDTF">2026-10-04T15:51:49Z</dcterms:modified>
  <cp:category/>
</cp:coreProperties>
</file>